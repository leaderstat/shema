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Блок-схема 1. Структура технического департамента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406640" y="228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Блок-схема 2. Производственный отдел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331720" y="77724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85039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Директор технического департамента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56232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конструктор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78308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85623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технолог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57800" y="178308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856232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 комплексных решений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24912"/>
            <a:ext cx="233172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98064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насосного подразделения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2724912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2798064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2724912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798064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КИП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675888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49040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Ведущий расчетчик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88920" y="3675888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749040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Материаловед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61772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690872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Ведущий конструктор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5559552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632704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Штат конструкторов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60704" y="914400"/>
            <a:ext cx="1005840" cy="9144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60704" y="914400"/>
            <a:ext cx="1005840" cy="9144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60704" y="914400"/>
            <a:ext cx="1005840" cy="9144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066544" y="914400"/>
            <a:ext cx="969264" cy="9144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066544" y="914400"/>
            <a:ext cx="941832" cy="9144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066544" y="914400"/>
            <a:ext cx="941832" cy="9144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035808" y="914400"/>
            <a:ext cx="923544" cy="9144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008376" y="914400"/>
            <a:ext cx="950976" cy="9144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959352" y="914400"/>
            <a:ext cx="941832" cy="9144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901184" y="914400"/>
            <a:ext cx="941832" cy="9144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275320" y="77724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85039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производственного отдела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58200" y="17830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185623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Производственный отдел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458200" y="2724912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279806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Полевой сервис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58200" y="3675888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0" y="374904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СПБ сервисный центр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58200" y="461772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469087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Мурманский сервисный центр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58200" y="5559552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563270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Сахалинский сервисный центр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646920" y="1344168"/>
            <a:ext cx="0" cy="43891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646920" y="2350008"/>
            <a:ext cx="0" cy="37490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646920" y="3291840"/>
            <a:ext cx="0" cy="38404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646920" y="4242816"/>
            <a:ext cx="0" cy="37490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646920" y="5184648"/>
            <a:ext cx="0" cy="37490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leaderstat/shema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Структура технического департамента и производственного отдела</dc:title>
  <dc:subject>Организационные блок-схемы</dc:subject>
  <dc:creator>OpenAI Codex</dc:creator>
  <cp:lastModifiedBy>OpenAI Codex</cp:lastModifiedBy>
  <cp:revision>1</cp:revision>
  <dcterms:created xsi:type="dcterms:W3CDTF">2026-05-05T07:49:04Z</dcterms:created>
  <dcterms:modified xsi:type="dcterms:W3CDTF">2026-05-05T07:49:04Z</dcterms:modified>
</cp:coreProperties>
</file>