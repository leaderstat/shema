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28600"/>
            <a:ext cx="6309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Блок-схема 1. Структура технического департамента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406640" y="2286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Блок-схема 2. Производственный отдел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03120" y="777240"/>
            <a:ext cx="2423160" cy="530352"/>
          </a:xfrm>
          <a:prstGeom prst="roundRect">
            <a:avLst>
              <a:gd name="adj" fmla="val 13793"/>
            </a:avLst>
          </a:prstGeom>
          <a:solidFill>
            <a:srgbClr val="F8FAFC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48840" y="850392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Директор технического департамента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94360" y="1783080"/>
            <a:ext cx="17830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56232"/>
            <a:ext cx="1691640" cy="3566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конструктор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97480" y="1783080"/>
            <a:ext cx="17830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0" y="1856232"/>
            <a:ext cx="1691640" cy="3566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технолог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00600" y="1783080"/>
            <a:ext cx="196596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856232"/>
            <a:ext cx="1874520" cy="3566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Специалист комплексных решений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2697480"/>
            <a:ext cx="1783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770632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насосного подразделения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97480" y="2697480"/>
            <a:ext cx="17830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0" y="2770632"/>
            <a:ext cx="1691640" cy="3566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92040" y="2697480"/>
            <a:ext cx="17830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2770632"/>
            <a:ext cx="1691640" cy="3566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КИП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4360" y="3611880"/>
            <a:ext cx="17830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685032"/>
            <a:ext cx="1691640" cy="3566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Ведущий расчетчик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697480" y="3611880"/>
            <a:ext cx="17830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3685032"/>
            <a:ext cx="1691640" cy="3566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Материаловед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4526280"/>
            <a:ext cx="17830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599432"/>
            <a:ext cx="1691640" cy="3566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Ведущий конструктор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5440680"/>
            <a:ext cx="178308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513832"/>
            <a:ext cx="1691640" cy="3566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Штат конструкторов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19272" y="1307592"/>
            <a:ext cx="-1828800" cy="475488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19272" y="1307592"/>
            <a:ext cx="274320" cy="475488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319272" y="1307592"/>
            <a:ext cx="2468880" cy="475488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490472" y="2286000"/>
            <a:ext cx="0" cy="41148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593592" y="2286000"/>
            <a:ext cx="0" cy="41148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788152" y="2286000"/>
            <a:ext cx="0" cy="41148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490472" y="3246120"/>
            <a:ext cx="0" cy="36576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593592" y="3200400"/>
            <a:ext cx="0" cy="41148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490472" y="4114800"/>
            <a:ext cx="0" cy="41148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490472" y="5029200"/>
            <a:ext cx="0" cy="41148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412480" y="777240"/>
            <a:ext cx="2331720" cy="530352"/>
          </a:xfrm>
          <a:prstGeom prst="roundRect">
            <a:avLst>
              <a:gd name="adj" fmla="val 13793"/>
            </a:avLst>
          </a:prstGeom>
          <a:solidFill>
            <a:srgbClr val="F0FDF4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58200" y="850392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производственного отдела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549640" y="1783080"/>
            <a:ext cx="2057400" cy="502920"/>
          </a:xfrm>
          <a:prstGeom prst="roundRect">
            <a:avLst>
              <a:gd name="adj" fmla="val 14545"/>
            </a:avLst>
          </a:prstGeom>
          <a:solidFill>
            <a:srgbClr val="F0FDF4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95360" y="1856232"/>
            <a:ext cx="1965960" cy="3566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Производственный отдел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549640" y="2697480"/>
            <a:ext cx="2057400" cy="502920"/>
          </a:xfrm>
          <a:prstGeom prst="roundRect">
            <a:avLst>
              <a:gd name="adj" fmla="val 14545"/>
            </a:avLst>
          </a:prstGeom>
          <a:solidFill>
            <a:srgbClr val="F0FDF4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95360" y="2770632"/>
            <a:ext cx="1965960" cy="3566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Полевой сервис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549640" y="3611880"/>
            <a:ext cx="2057400" cy="502920"/>
          </a:xfrm>
          <a:prstGeom prst="roundRect">
            <a:avLst>
              <a:gd name="adj" fmla="val 14545"/>
            </a:avLst>
          </a:prstGeom>
          <a:solidFill>
            <a:srgbClr val="F0FDF4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595360" y="3685032"/>
            <a:ext cx="1965960" cy="3566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СПБ сервисный центр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549640" y="4526280"/>
            <a:ext cx="2057400" cy="502920"/>
          </a:xfrm>
          <a:prstGeom prst="roundRect">
            <a:avLst>
              <a:gd name="adj" fmla="val 14545"/>
            </a:avLst>
          </a:prstGeom>
          <a:solidFill>
            <a:srgbClr val="F0FDF4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95360" y="4599432"/>
            <a:ext cx="1965960" cy="3566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Мурманский сервисный центр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549640" y="5440680"/>
            <a:ext cx="2057400" cy="502920"/>
          </a:xfrm>
          <a:prstGeom prst="roundRect">
            <a:avLst>
              <a:gd name="adj" fmla="val 14545"/>
            </a:avLst>
          </a:prstGeom>
          <a:solidFill>
            <a:srgbClr val="F0FDF4"/>
          </a:solidFill>
          <a:ln w="15875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595360" y="5513832"/>
            <a:ext cx="1965960" cy="3566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Сахалинский сервисный центр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578340" y="1307592"/>
            <a:ext cx="0" cy="475488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9578340" y="2286000"/>
            <a:ext cx="0" cy="41148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9578340" y="3200400"/>
            <a:ext cx="0" cy="41148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9578340" y="4114800"/>
            <a:ext cx="0" cy="41148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9578340" y="5029200"/>
            <a:ext cx="0" cy="41148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headEnd type="none"/>
            <a:tailEnd type="triangle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leaderstat/shema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Структура технического департамента и производственного отдела</dc:title>
  <dc:subject>Организационные блок-схемы</dc:subject>
  <dc:creator>OpenAI Codex</dc:creator>
  <cp:lastModifiedBy>OpenAI Codex</cp:lastModifiedBy>
  <cp:revision>1</cp:revision>
  <dcterms:created xsi:type="dcterms:W3CDTF">2026-05-05T07:12:21Z</dcterms:created>
  <dcterms:modified xsi:type="dcterms:W3CDTF">2026-05-05T07:12:21Z</dcterms:modified>
</cp:coreProperties>
</file>